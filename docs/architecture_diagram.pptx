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ChipUP Digital Twin — System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glucose-spike prediction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2588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EHR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5506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HbA1c, meds, comorbidities (static)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60520" y="12344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70248" y="132588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Wearable / CGM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70248" y="165506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HR, HRV, sleep, steps (dynamic, 5-min)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214884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14884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97280" y="256032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07008" y="2651760"/>
            <a:ext cx="6181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Layer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980944"/>
            <a:ext cx="6181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2h window stats (glucose, HR, HRV) merged with static EHR profile per patient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0" y="347472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94560" y="38862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04288" y="3977640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Spike Prediction Model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04288" y="4306824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glucose spike within the next 2 hours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48006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48006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280160" y="52120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89888" y="530352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Explainability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56327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%, top contributing features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52120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530352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Dashboard (UI)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956048" y="56327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twin signals, glucose trend, alerts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0" y="1234440"/>
            <a:ext cx="3429000" cy="2423160"/>
          </a:xfrm>
          <a:prstGeom prst="roundRect">
            <a:avLst>
              <a:gd name="adj" fmla="val 3774"/>
            </a:avLst>
          </a:prstGeom>
          <a:solidFill>
            <a:srgbClr val="F0FB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0" y="1353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Sandbox Compliance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1691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EHR and wearable data is synthetically generated. No real patient records are used at any stage, in line with the DPDP Act and HIPAA sandbox rules for this challenge.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2480" y="2651760"/>
            <a:ext cx="306324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digital twin loop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303580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wearable readings arrive every 5 minutes, re-triggering fusion and re-scoring the twin — risk stays continuously current, not a one-time snapshot.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2026-09-21T05:34:38Z</dcterms:created>
  <dcterms:modified xsi:type="dcterms:W3CDTF">2026-09-21T05:34:38Z</dcterms:modified>
</cp:coreProperties>
</file>