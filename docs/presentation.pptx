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CHALLENGE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ChipUP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D7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for Predictive Glucose Spike Monitoring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D7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Type 2 Diabetes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4434840"/>
            <a:ext cx="29260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Institute of Technology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Reshmi K  ·  Rosiny C A  ·  Varsha S  ·  Yokhithaa 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Glucose spikes are treated after the fact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 affects over 100 million people in India. One of its most dangerous everyday risks is the post-meal glucose spike — a rapid rise that silently damages the heart, kidneys, and eyes over time.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patients and doctors usually find out about a spike only after it has already happened — via a CGM reading or a lab test. By then, the damage is already underway.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0" y="1463040"/>
            <a:ext cx="5029200" cy="4343400"/>
          </a:xfrm>
          <a:prstGeom prst="roundRect">
            <a:avLst>
              <a:gd name="adj" fmla="val 2526"/>
            </a:avLst>
          </a:prstGeom>
          <a:solidFill>
            <a:srgbClr val="F0FBF9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0" y="1691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100M+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23957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living with Type 2 Diabetes in India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3063240"/>
            <a:ext cx="4389120" cy="0"/>
          </a:xfrm>
          <a:prstGeom prst="line">
            <a:avLst/>
          </a:prstGeom>
          <a:noFill/>
          <a:ln w="12700">
            <a:solidFill>
              <a:srgbClr val="CFEF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36850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how care works today — react after the spike, not before 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0" y="4297680"/>
            <a:ext cx="4389120" cy="0"/>
          </a:xfrm>
          <a:prstGeom prst="line">
            <a:avLst/>
          </a:prstGeom>
          <a:noFill/>
          <a:ln w="12700">
            <a:solidFill>
              <a:srgbClr val="CFEF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goal: proactive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4864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spike 2 hours before it happens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ChipUP — Digital Twin Challenge 2026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patient Digital Twin?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is a continuously updated virtual replica of a patient's physiology — built by fusing two very different kinds of data into one living model.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F8FA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60320"/>
            <a:ext cx="3657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697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/ Historical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27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patient's long-term clinical profile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730752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6027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&amp; BMI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11480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398678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&amp; years since diagnosis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498848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3708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(insulin, metformin)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88289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4754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Comorbidities (BP, cardiovascular)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526694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5138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 panel &amp; kidney markers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228600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F8FAF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2560320"/>
            <a:ext cx="36576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2697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/ Real-time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3127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patient's live physiological trajectory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373075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03720" y="36027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glucose (CGM), 5-min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75120" y="411480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03720" y="398678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&amp; HRV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75120" y="449884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03720" y="43708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stage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75120" y="488289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03720" y="4754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count / activity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75120" y="526694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03720" y="5138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continuously, not once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742432" y="3977640"/>
            <a:ext cx="502920" cy="502920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42432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into one continuously updated patient twin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ChipUP — Digital Twin Challenge 2026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ChipUP: predicting the spike, not just the sugar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proof-of-concept Digital Twin focused on one specific, high-impact prediction task: will this patient's glucose spike in the next 2 hours?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8FA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788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20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 the twin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1148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synthetic EHR + wearable data mimicking real patients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2514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8FAF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7889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118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520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 the streams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41148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rolling wearable windows with each patient's static profile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2514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8FAF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7889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520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event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1148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flags spike risk 2 hours ahead of onset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15400" y="2514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8FAFB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2788920"/>
            <a:ext cx="548640" cy="54864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897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520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 the doctor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41148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explainability surfaced on a live dashboard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ChipUP — Digital Twin Challenge 2026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Navigating the sandbox rules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 data is restricted by privacy laws like the DPDP Act and HIPAA. Every dataset in this project is synthetically generated — no real patient information is used anywhere.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94960" cy="3611880"/>
          </a:xfrm>
          <a:prstGeom prst="roundRect">
            <a:avLst>
              <a:gd name="adj" fmla="val 3038"/>
            </a:avLst>
          </a:prstGeom>
          <a:solidFill>
            <a:srgbClr val="F8FA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6974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91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EHR data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03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clinical profile generation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343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Synthetic patient generation (Synthea-style)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6725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200 simulated patient profiles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001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Realistic HbA1c, BMI, medication mix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23160"/>
            <a:ext cx="5394960" cy="3611880"/>
          </a:xfrm>
          <a:prstGeom prst="roundRect">
            <a:avLst>
              <a:gd name="adj" fmla="val 3038"/>
            </a:avLst>
          </a:prstGeom>
          <a:solidFill>
            <a:srgbClr val="F8FAF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6974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291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wearable data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703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time-series generation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343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5-minute interval CGM + HR + HRV + sleep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6725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7 days per patient (~403K readings)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001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Spike frequency scaled to HbA1c severity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ChipUP — Digital Twin Challenge 2026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3000" dirty="0"/>
          </a:p>
        </p:txBody>
      </p:sp>
      <p:pic>
        <p:nvPicPr>
          <p:cNvPr id="4" name="Image 0" descr="/home/claude/deck/arch_preview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74552" cy="4892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ChipUP — Digital Twin Challenge 2026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XGBoost for this prediction task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08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iteration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74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in seconds on CPU — critical for a hackathon timeline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468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4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importances build clinician trust, unlike a black box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Imbalance-aware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94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handles the natural rarity of real spikes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389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tabular fit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7548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Rolling-window features already encode short-term temporal signal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50876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F0FBF9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stack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2807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33741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33741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Rolling-window stats (Pandas)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39410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39410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(gradient-boosted trees)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4507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45079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(ROC-AUC, PR-AUC)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5074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mockup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ChipUP — Digital Twin Challenge 2026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on held-out patients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8FA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on held-out patients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155448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8FAF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691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1,430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468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spike events across 200 patients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55448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8FAF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92440" y="1691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403K+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2468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readings fused with EHR profiles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predictive features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sleep quality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3822192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E5E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3383280" y="3822192"/>
            <a:ext cx="288036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233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trend (2h slope)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4261104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3383280" y="4261104"/>
            <a:ext cx="176022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6725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variability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4700016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3383280" y="4700016"/>
            <a:ext cx="1344168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111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 (steps)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5138928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E5E7EB"/>
          </a:solidFill>
          <a:ln/>
        </p:spPr>
      </p:sp>
      <p:sp>
        <p:nvSpPr>
          <p:cNvPr id="25" name="Shape 23"/>
          <p:cNvSpPr/>
          <p:nvPr/>
        </p:nvSpPr>
        <p:spPr>
          <a:xfrm>
            <a:off x="3383280" y="5138928"/>
            <a:ext cx="1216152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5504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variability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83280" y="5577840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E5E7EB"/>
          </a:solidFill>
          <a:ln/>
        </p:spPr>
      </p:sp>
      <p:sp>
        <p:nvSpPr>
          <p:cNvPr id="28" name="Shape 26"/>
          <p:cNvSpPr/>
          <p:nvPr/>
        </p:nvSpPr>
        <p:spPr>
          <a:xfrm>
            <a:off x="3383280" y="557784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29" name="Shape 27"/>
          <p:cNvSpPr/>
          <p:nvPr/>
        </p:nvSpPr>
        <p:spPr>
          <a:xfrm>
            <a:off x="7040880" y="3337560"/>
            <a:ext cx="4572000" cy="2880360"/>
          </a:xfrm>
          <a:prstGeom prst="roundRect">
            <a:avLst>
              <a:gd name="adj" fmla="val 3810"/>
            </a:avLst>
          </a:prstGeom>
          <a:solidFill>
            <a:srgbClr val="FFF7ED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6948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 (by design)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269480" y="393192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on the rare spike class is currently low at the default threshold, due to natural class imbalance. Next steps: threshold tuning, cost-sensitive learning, and a larger synthetic cohort. We surface this openly rather than hide it.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ChipUP — Digital Twin Challenge 2026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UI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doctor interacts with the twin</a:t>
            </a:r>
            <a:endParaRPr lang="en-US" sz="3000" dirty="0"/>
          </a:p>
        </p:txBody>
      </p:sp>
      <p:pic>
        <p:nvPicPr>
          <p:cNvPr id="4" name="Image 0" descr="/home/claude/deck/dashboard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371600"/>
            <a:ext cx="6400800" cy="5029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ChipUP — Digital Twin Challenge 2026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PoC to real-world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8FA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impact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432304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24128" y="230428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Pre-emptive dietary or insulin guidance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09067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24128" y="296265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emergency interventions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24128" y="3621024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long-term glycemic control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24128" y="42793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clinician trust via explainability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8FAF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Near-term roadmap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17720" y="243230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18888" y="230428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real, IRB-approved cohorts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09067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18888" y="296265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for higher precision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374904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18888" y="3621024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hypoglycemia prediction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440740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18888" y="42793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Multi-day trend forecasting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155448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8FAF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vision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12480" y="243230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13648" y="230428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hypertension, CV risk twins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12480" y="309067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13648" y="296265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Full-body multi-condition twin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12480" y="374904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13648" y="3621024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co-design of the dashboard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412480" y="440740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13648" y="42793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real EHR systems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ChipUP — Digital Twin Challenge 2026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ChipUP — Digital Twin Challenge 2026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94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Institute of Technology  ·  Reshmi K, Rosiny C A, Varsha S, Yokhithaa 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2026-09-21T05:37:30Z</dcterms:created>
  <dcterms:modified xsi:type="dcterms:W3CDTF">2026-09-21T05:37:30Z</dcterms:modified>
</cp:coreProperties>
</file>